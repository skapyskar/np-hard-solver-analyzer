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NP-AA – NP-Hard Problem Solver &amp; Approximation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DAA Project</a:t>
            </a:r>
          </a:p>
          <a:p>
            <a:r>
              <a:t>Team: [Team Name]</a:t>
            </a:r>
          </a:p>
          <a:p>
            <a:r>
              <a:t>Members: [Member 1], [Member 2], [Member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NP-hard problems: routing, scheduling, allocation</a:t>
            </a:r>
          </a:p>
          <a:p>
            <a:r>
              <a:t>Exact solutions infeasible for large inputs</a:t>
            </a:r>
          </a:p>
          <a:p>
            <a:r>
              <a:t>Use approximation for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computational hardness</a:t>
            </a:r>
          </a:p>
          <a:p>
            <a:r>
              <a:t>Implement exact &amp; approximation algorithms</a:t>
            </a:r>
          </a:p>
          <a:p>
            <a:r>
              <a:t>Analyze optimality vs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main.py as controller</a:t>
            </a:r>
          </a:p>
          <a:p>
            <a:r>
              <a:t>Modules: TSP, Set Cover, Knapsack</a:t>
            </a:r>
          </a:p>
          <a:p>
            <a:r>
              <a:t>data/, outputs/, frontend/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Exact → Approx → Analysis → Visualization → Output</a:t>
            </a:r>
          </a:p>
          <a:p>
            <a:r>
              <a:t>Backend CLI + 3-stage frontend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22514">
                <a:tc>
                  <a:txBody>
                    <a:bodyPr/>
                    <a:lstStyle/>
                    <a:p>
                      <a: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Complexity / Idea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Set 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Exponential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Set 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ln(n) approx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TSP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DP Bitmask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O(n^2 2^n)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TSP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Nearest Neighbor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Heuristic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Knapsack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O(nW)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Knapsack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Ratio-based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Cover: Done (backend + frontend)</a:t>
            </a:r>
          </a:p>
          <a:p>
            <a:r>
              <a:t>TSP: Input done, backend pending</a:t>
            </a:r>
          </a:p>
          <a:p>
            <a:r>
              <a:t>Knapsack: Input done, backend pending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Routing &amp; logistics</a:t>
            </a:r>
          </a:p>
          <a:p>
            <a:r>
              <a:t>Resource allocation</a:t>
            </a:r>
          </a:p>
          <a:p>
            <a:r>
              <a:t>Scheduling</a:t>
            </a:r>
          </a:p>
          <a:p>
            <a:r>
              <a:t>Decision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Cover working demo</a:t>
            </a:r>
          </a:p>
          <a:p>
            <a:r>
              <a:t>Step-by-step playback</a:t>
            </a:r>
          </a:p>
          <a:p>
            <a:r>
              <a:t>Metrics: cost, runtime, ratio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[Team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